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22D3A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8509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7863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Data</a:t>
            </a:r>
            <a:endParaRPr lang="en-US" sz="54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Assistant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41248" y="41605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CSV. Clean it, explore it, chart it, and ask it questions in plain</a:t>
            </a:r>
            <a:endParaRPr lang="en-US" sz="17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— no notebooks, no boilerplate, no SQL.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5806440"/>
            <a:ext cx="10515600" cy="0"/>
          </a:xfrm>
          <a:prstGeom prst="line">
            <a:avLst/>
          </a:prstGeom>
          <a:noFill/>
          <a:ln w="12700">
            <a:solidFill>
              <a:srgbClr val="2A2F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59893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Abdullah  ·  Python · Streamlit · Pandas · Plotly · OpenRouter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 dataset still takes too many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question about a spreadsheet — “what’s missing, what’s the trend, what’s odd”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means bouncing between Excel, a Python notebook, and a chart library before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an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971800"/>
            <a:ext cx="658368" cy="65836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7" name="Image 0" descr="/home/claude/deck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564" y="3057388"/>
            <a:ext cx="487192" cy="487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384048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workflow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50976" y="4389120"/>
            <a:ext cx="2779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stats, and charts live in separate tools — context is lost switching between them.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60604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2971800"/>
            <a:ext cx="658368" cy="65836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2" name="Image 1" descr="/home/claude/deck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172" y="3057388"/>
            <a:ext cx="487192" cy="487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2584" y="384048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is the barrier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72584" y="4389120"/>
            <a:ext cx="2779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teammates can't explore data without writing pandas or SQL themselves.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83296" y="2606040"/>
            <a:ext cx="3401568" cy="3017520"/>
          </a:xfrm>
          <a:prstGeom prst="roundRect">
            <a:avLst>
              <a:gd name="adj" fmla="val 3636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971800"/>
            <a:ext cx="658368" cy="658368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7" name="Image 2" descr="/home/claude/deck/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780" y="3057388"/>
            <a:ext cx="487192" cy="487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3840480"/>
            <a:ext cx="2779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time-to-insight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394192" y="4389120"/>
            <a:ext cx="27797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chart is built and shared, the moment to act on it has often passed.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four steps, zero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takes a raw CSV from upload to AI-generated insight inside a single Streamlit app — every stage shares one live dataset in session state.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621792" cy="62179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8" name="Image 0" descr="/home/claude/deck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945" y="3372673"/>
            <a:ext cx="460126" cy="4601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41148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457200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CSV — encoding issues are handled automatically.</a:t>
            </a:r>
            <a:endParaRPr lang="en-US" sz="1200" dirty="0"/>
          </a:p>
        </p:txBody>
      </p:sp>
      <p:pic>
        <p:nvPicPr>
          <p:cNvPr id="11" name="Image 1" descr="/home/claude/deck/icons/arrow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145536" y="3986784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5146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639312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639312" y="3291840"/>
            <a:ext cx="621792" cy="62179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5" name="Image 2" descr="/home/claude/deck/icons/cle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145" y="3372673"/>
            <a:ext cx="460126" cy="4601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41148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3639312" y="457200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duplicates, nulls, types &amp; filters with a live preview.</a:t>
            </a:r>
            <a:endParaRPr lang="en-US" sz="1200" dirty="0"/>
          </a:p>
        </p:txBody>
      </p:sp>
      <p:pic>
        <p:nvPicPr>
          <p:cNvPr id="18" name="Image 3" descr="/home/claude/deck/icons/arrow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5888736" y="3986784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6480" y="25146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82512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382512" y="3291840"/>
            <a:ext cx="621792" cy="621792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2" name="Image 4" descr="/home/claude/deck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345" y="3372673"/>
            <a:ext cx="460126" cy="4601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82512" y="41148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6382512" y="457200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stats plus bar, histogram, pie &amp; scatter charts.</a:t>
            </a:r>
            <a:endParaRPr lang="en-US" sz="1200" dirty="0"/>
          </a:p>
        </p:txBody>
      </p:sp>
      <p:pic>
        <p:nvPicPr>
          <p:cNvPr id="25" name="Image 5" descr="/home/claude/deck/icons/arrow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8631936" y="3986784"/>
            <a:ext cx="219456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869680" y="2514600"/>
            <a:ext cx="2487168" cy="3200400"/>
          </a:xfrm>
          <a:prstGeom prst="roundRect">
            <a:avLst>
              <a:gd name="adj" fmla="val 441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125712" y="27157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9125712" y="3291840"/>
            <a:ext cx="621792" cy="621792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29" name="Image 6" descr="/home/claude/deck/icons/cha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6545" y="3372673"/>
            <a:ext cx="460126" cy="46012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25712" y="4114800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9125712" y="457200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English, export the answer as a PDF.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features, one continuous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deck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9458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562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CSV Upload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→ cp1252 → latin1 fallback, MD5-hash cached loads.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25696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18745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/home/claude/deck/icons/cle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19458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8562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Cleaning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0016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fix nulls, drop/rename columns, cast types, filter rows.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11312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8745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/home/claude/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4584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18562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 &amp; Visualizations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514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describe(), missing-value &amp; value-count breakdowns, 4 chart types.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/home/claude/deck/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418612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7632" y="40965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4754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questions, answered from a dataset summary.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25696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41148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4" descr="/home/claude/deck/icons/pd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18612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13248" y="40965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PDF Export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00016" y="4754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AI answer into a shareable report via FPDF.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11312" y="38404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41148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5" descr="/home/claude/deck/icons/downloa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6955" y="4186123"/>
            <a:ext cx="405994" cy="4059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8864" y="40965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Cleaned Data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85632" y="47548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cleaned dataset as CSV — not just the insight.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cleaning pipeline, not a checkbox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5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874" y="1642994"/>
            <a:ext cx="243596" cy="2435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819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exact-duplicate rows in one click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8" name="Image 1" descr="/home/claude/dec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74" y="2237354"/>
            <a:ext cx="243596" cy="2435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176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missing values 5 ways — drop, mean, median, mode, or a custom constant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11" name="Image 2" descr="/home/claude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831714"/>
            <a:ext cx="243596" cy="2435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770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or multi-select columns, rename inline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338328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14" name="Image 3" descr="/home/claude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3426074"/>
            <a:ext cx="243596" cy="2435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3649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any column to int / float / str / datetime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397764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17" name="Image 4" descr="/home/claude/dec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4020434"/>
            <a:ext cx="243596" cy="2435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39593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with numeric comparisons (e.g. age &gt;= 18)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40080" y="4572000"/>
            <a:ext cx="329184" cy="329184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20" name="Image 5" descr="/home/claude/dec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4614794"/>
            <a:ext cx="243596" cy="2435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5537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Undo-friendly: one-click reset to the original upload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263640" y="160020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6583680" y="1856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583680" y="2286000"/>
            <a:ext cx="1154430" cy="384048"/>
          </a:xfrm>
          <a:prstGeom prst="rect">
            <a:avLst/>
          </a:prstGeom>
          <a:solidFill>
            <a:srgbClr val="1C2032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583680" y="2286000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7738110" y="2286000"/>
            <a:ext cx="1154430" cy="384048"/>
          </a:xfrm>
          <a:prstGeom prst="rect">
            <a:avLst/>
          </a:prstGeom>
          <a:solidFill>
            <a:srgbClr val="1C2032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738110" y="2286000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8892540" y="2286000"/>
            <a:ext cx="1154430" cy="384048"/>
          </a:xfrm>
          <a:prstGeom prst="rect">
            <a:avLst/>
          </a:prstGeom>
          <a:solidFill>
            <a:srgbClr val="1C2032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8892540" y="2286000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10046970" y="2286000"/>
            <a:ext cx="1154430" cy="384048"/>
          </a:xfrm>
          <a:prstGeom prst="rect">
            <a:avLst/>
          </a:prstGeom>
          <a:solidFill>
            <a:srgbClr val="1C2032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10046970" y="2286000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6583680" y="2670048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583680" y="2670048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7738110" y="2670048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738110" y="2670048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892540" y="2670048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892540" y="2670048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10046970" y="2670048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10046970" y="2670048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583680" y="3054096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583680" y="3054096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7738110" y="3054096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738110" y="3054096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8892540" y="3054096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892540" y="3054096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10046970" y="3054096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10046970" y="3054096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null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6583680" y="3438144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583680" y="3438144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7738110" y="3438144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7738110" y="3438144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8892540" y="3438144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8892540" y="3438144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10046970" y="3438144"/>
            <a:ext cx="1154430" cy="384048"/>
          </a:xfrm>
          <a:prstGeom prst="rect">
            <a:avLst/>
          </a:prstGeom>
          <a:solidFill>
            <a:srgbClr val="0B0D14"/>
          </a:solidFill>
          <a:ln w="9525">
            <a:solidFill>
              <a:srgbClr val="2A2F45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10046970" y="3438144"/>
            <a:ext cx="11544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</a:t>
            </a:r>
            <a:endParaRPr lang="en-US" sz="1050" dirty="0"/>
          </a:p>
        </p:txBody>
      </p:sp>
      <p:sp>
        <p:nvSpPr>
          <p:cNvPr id="56" name="Text 48"/>
          <p:cNvSpPr/>
          <p:nvPr/>
        </p:nvSpPr>
        <p:spPr>
          <a:xfrm>
            <a:off x="6583680" y="4142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LOG</a:t>
            </a:r>
            <a:endParaRPr lang="en-US" sz="1100" dirty="0"/>
          </a:p>
        </p:txBody>
      </p:sp>
      <p:sp>
        <p:nvSpPr>
          <p:cNvPr id="57" name="Text 49"/>
          <p:cNvSpPr/>
          <p:nvPr/>
        </p:nvSpPr>
        <p:spPr>
          <a:xfrm>
            <a:off x="6583680" y="450799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Removed 12 duplicate rows</a:t>
            </a:r>
            <a:endParaRPr lang="en-US" sz="1150" dirty="0"/>
          </a:p>
        </p:txBody>
      </p:sp>
      <p:sp>
        <p:nvSpPr>
          <p:cNvPr id="58" name="Text 50"/>
          <p:cNvSpPr/>
          <p:nvPr/>
        </p:nvSpPr>
        <p:spPr>
          <a:xfrm>
            <a:off x="6583680" y="4855464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Filled 'amount' nulls with median</a:t>
            </a:r>
            <a:endParaRPr lang="en-US" sz="1150" dirty="0"/>
          </a:p>
        </p:txBody>
      </p:sp>
      <p:sp>
        <p:nvSpPr>
          <p:cNvPr id="59" name="Text 51"/>
          <p:cNvSpPr/>
          <p:nvPr/>
        </p:nvSpPr>
        <p:spPr>
          <a:xfrm>
            <a:off x="6583680" y="5202936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Cast 'signup_date' → datetime</a:t>
            </a:r>
            <a:endParaRPr lang="en-US" sz="1150" dirty="0"/>
          </a:p>
        </p:txBody>
      </p:sp>
      <p:sp>
        <p:nvSpPr>
          <p:cNvPr id="60" name="Text 5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61" name="Text 5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and charts stay in sync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summaries, missing-value breakdowns, and category counts share the page with four Plotly chart types — pick a column in Statistics and jump straight into its chart.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4203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/home/claude/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492" y="2607412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487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Stats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mean · std · min/max · quartiles via describe()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1688" y="228600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54203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/home/claude/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00" y="2607412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487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17720" y="30632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null % with a severity bar, worst first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83296" y="2286000"/>
            <a:ext cx="3401568" cy="1371600"/>
          </a:xfrm>
          <a:prstGeom prst="roundRect">
            <a:avLst>
              <a:gd name="adj" fmla="val 8000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54203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7" name="Image 2" descr="/home/claude/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708" y="2607412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2487168"/>
            <a:ext cx="230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Counts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9328" y="3063240"/>
            <a:ext cx="28895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categories ranked like a leaderboard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CHART TYPES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4389120"/>
            <a:ext cx="2487168" cy="640080"/>
          </a:xfrm>
          <a:prstGeom prst="roundRect">
            <a:avLst>
              <a:gd name="adj" fmla="val 5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43891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Bar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3401568" y="4389120"/>
            <a:ext cx="2487168" cy="640080"/>
          </a:xfrm>
          <a:prstGeom prst="roundRect">
            <a:avLst>
              <a:gd name="adj" fmla="val 5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401568" y="43891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Histogram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163056" y="4389120"/>
            <a:ext cx="2487168" cy="640080"/>
          </a:xfrm>
          <a:prstGeom prst="roundRect">
            <a:avLst>
              <a:gd name="adj" fmla="val 5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63056" y="43891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Pie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924544" y="4389120"/>
            <a:ext cx="2487168" cy="640080"/>
          </a:xfrm>
          <a:prstGeom prst="roundRect">
            <a:avLst>
              <a:gd name="adj" fmla="val 5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924544" y="4389120"/>
            <a:ext cx="24871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Scatter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10435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31" name="Image 3" descr="/home/claude/dec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5374843"/>
            <a:ext cx="405994" cy="40599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91640" y="52303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Click-to-chart handoff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691640" y="5532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column while reviewing Statistics, hit “Visualize this column,” and Visualizations opens pre-loaded with a histogram of that exact column.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data anything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turns a loaded dataset into a chat partner — powered by Llama 3.1 8B via OpenRouter, grounded in a compact statistical summary rather than the raw 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dec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25859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496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Privacy-aware by design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28163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column names, dtypes, head(5) and describe() are sent — never the full dataset.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0" name="Image 1" descr="/home/claude/deck/icons/rep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354604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4564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conversation history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71600" y="37764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and answer is kept, not just the last exchange.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4" name="Image 2" descr="/home/claude/deck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450616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16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prompts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71600" y="47365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chip is generated dynamically from the dataset's first numeric column.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63640" y="146304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5836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818120" y="2148840"/>
            <a:ext cx="3383280" cy="54864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0" name="Text 15"/>
          <p:cNvSpPr/>
          <p:nvPr/>
        </p:nvSpPr>
        <p:spPr>
          <a:xfrm>
            <a:off x="795528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has the most missing values?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83680" y="2926080"/>
            <a:ext cx="384048" cy="384048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22" name="Image 3" descr="/home/claude/deck/icons/ch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606" y="2976006"/>
            <a:ext cx="284196" cy="2841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086600" y="288036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223760" y="2926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'Customer_Age' has the most gaps — 14.2% missing (312 rows). Consider imputing with the median or flagging those rows before modeling.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5836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ASKING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583680" y="4389120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766560" y="4389120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Summarize key trends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583680" y="4919472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766560" y="491947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Any outliers?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583680" y="5449824"/>
            <a:ext cx="4617720" cy="438912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766560" y="544982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Notable numeric column?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deliberately modular codebase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orchestration is fully separated from data logic — main.py never touches pandas directly, it only calls helper functions.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480560" y="2148840"/>
            <a:ext cx="3200400" cy="777240"/>
          </a:xfrm>
          <a:prstGeom prst="roundRect">
            <a:avLst>
              <a:gd name="adj" fmla="val 14118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2532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UI · session state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538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analysis.py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886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clean · stats · export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13960" y="2926080"/>
            <a:ext cx="0" cy="50292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87952" y="34290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16552" y="3538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visualization.py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16552" y="3886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Plotly chart builders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926080"/>
            <a:ext cx="0" cy="50292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3429000"/>
            <a:ext cx="3291840" cy="868680"/>
          </a:xfrm>
          <a:prstGeom prst="roundRect">
            <a:avLst>
              <a:gd name="adj" fmla="val 12632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64424" y="35387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ai_helper.py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64424" y="3886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client + prompt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47560" y="2926080"/>
            <a:ext cx="0" cy="502920"/>
          </a:xfrm>
          <a:prstGeom prst="line">
            <a:avLst/>
          </a:prstGeom>
          <a:noFill/>
          <a:ln w="19050">
            <a:solidFill>
              <a:srgbClr val="2A2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1460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2432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8912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9884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7336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3816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FPDF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4788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012680" y="5074920"/>
            <a:ext cx="1709928" cy="914400"/>
          </a:xfrm>
          <a:prstGeom prst="roundRect">
            <a:avLst>
              <a:gd name="adj" fmla="val 10000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22408" y="5221224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122408" y="5586984"/>
            <a:ext cx="1490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replaces a five-tool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299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deck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955" y="2107235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No-code, by design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2688" y="26974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can open a spreadsheet can clean, chart, and question their data — no pandas required.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029968"/>
            <a:ext cx="594360" cy="594360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11" name="Image 1" descr="/home/claude/deck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95" y="2107235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Minutes, not hours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0528" y="26974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first insight in one continuous session — no context-switching between apps.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0873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/home/claude/dec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5" y="4164635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Privacy-conscious AI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2688" y="47548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over a statistical summary, so raw rows never leave the cleaning pipeline.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51826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087368"/>
            <a:ext cx="594360" cy="594360"/>
          </a:xfrm>
          <a:prstGeom prst="ellipse">
            <a:avLst/>
          </a:prstGeom>
          <a:solidFill>
            <a:srgbClr val="22D3A5"/>
          </a:solidFill>
          <a:ln/>
        </p:spPr>
      </p:sp>
      <p:pic>
        <p:nvPicPr>
          <p:cNvPr id="21" name="Image 3" descr="/home/claude/deck/icons/down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4164635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you keep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10528" y="47548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cleaned CSV and the AI's answer export directly — the analysis doesn't stay trapped in the app.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beyond the hackathon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299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/home/claude/deck/icons/rep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955" y="2107235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auto-clean preset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26974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dupes, median/mode-fill nulls — a sensible default for users who don't want to configure each step.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20299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/home/claude/deck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795" y="2107235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11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history, not just reset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10528" y="26974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history stack so any cleaning step can be stepped back individually.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0873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/home/claude/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5" y="4164635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type-fix suggestions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32688" y="47548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object columns that look numeric or date-like and offer a one-click fix.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C2032"/>
          </a:solidFill>
          <a:ln w="12700">
            <a:solidFill>
              <a:srgbClr val="2A2F4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4087368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/home/claude/deck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795" y="4164635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690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Bigger-file performance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10528" y="4754880"/>
            <a:ext cx="46725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loading and smarter sampling thresholds for multi-hundred-thousand-row CSVs.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Hackathon Deck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6400800" cy="6400800"/>
          </a:xfrm>
          <a:prstGeom prst="ellipse">
            <a:avLst/>
          </a:prstGeom>
          <a:solidFill>
            <a:srgbClr val="22D3A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371600"/>
            <a:ext cx="822960" cy="8229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945" y="14785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DataLens — turning raw CSVs into conversations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80560" y="4160520"/>
            <a:ext cx="3200400" cy="0"/>
          </a:xfrm>
          <a:prstGeom prst="line">
            <a:avLst/>
          </a:prstGeom>
          <a:noFill/>
          <a:ln w="12700">
            <a:solidFill>
              <a:srgbClr val="2A2F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github.com/abdullahkamran426-lab/ai_anylist_assistand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2026-07-14T00:25:55Z</dcterms:created>
  <dcterms:modified xsi:type="dcterms:W3CDTF">2026-07-14T00:25:55Z</dcterms:modified>
</cp:coreProperties>
</file>